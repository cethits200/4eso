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4" d="100"/>
          <a:sy n="114" d="100"/>
        </p:scale>
        <p:origin x="-1470" y="1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3216639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3032529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157525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1313122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2329680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2614650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83051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1096649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1328722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2444012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0D0A48D-1B18-4CE1-89CF-7C21923245AF}" type="datetimeFigureOut">
              <a:rPr lang="es-ES" smtClean="0"/>
              <a:t>24/09/2026</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9B3E665B-4693-416D-A160-9150FA2465C0}" type="slidenum">
              <a:rPr lang="es-ES" smtClean="0"/>
              <a:t>‹Nº›</a:t>
            </a:fld>
            <a:endParaRPr lang="es-ES"/>
          </a:p>
        </p:txBody>
      </p:sp>
    </p:spTree>
    <p:extLst>
      <p:ext uri="{BB962C8B-B14F-4D97-AF65-F5344CB8AC3E}">
        <p14:creationId xmlns:p14="http://schemas.microsoft.com/office/powerpoint/2010/main" val="3769553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D0A48D-1B18-4CE1-89CF-7C21923245AF}" type="datetimeFigureOut">
              <a:rPr lang="es-ES" smtClean="0"/>
              <a:t>24/09/2026</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3E665B-4693-416D-A160-9150FA2465C0}" type="slidenum">
              <a:rPr lang="es-ES" smtClean="0"/>
              <a:t>‹Nº›</a:t>
            </a:fld>
            <a:endParaRPr lang="es-ES"/>
          </a:p>
        </p:txBody>
      </p:sp>
    </p:spTree>
    <p:extLst>
      <p:ext uri="{BB962C8B-B14F-4D97-AF65-F5344CB8AC3E}">
        <p14:creationId xmlns:p14="http://schemas.microsoft.com/office/powerpoint/2010/main" val="41841742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475656" y="476673"/>
            <a:ext cx="7124328" cy="576064"/>
          </a:xfrm>
        </p:spPr>
        <p:txBody>
          <a:bodyPr>
            <a:normAutofit fontScale="90000"/>
          </a:bodyPr>
          <a:lstStyle/>
          <a:p>
            <a:r>
              <a:rPr lang="es-ES_tradnl" dirty="0" smtClean="0"/>
              <a:t>El indoeuropeo</a:t>
            </a:r>
            <a:endParaRPr lang="es-E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412776"/>
            <a:ext cx="7624815" cy="38998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05176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smtClean="0"/>
              <a:t>Del indoeuropeo al latín</a:t>
            </a:r>
            <a:endParaRPr lang="es-ES" dirty="0"/>
          </a:p>
        </p:txBody>
      </p:sp>
      <p:sp>
        <p:nvSpPr>
          <p:cNvPr id="3" name="2 Marcador de contenido"/>
          <p:cNvSpPr>
            <a:spLocks noGrp="1"/>
          </p:cNvSpPr>
          <p:nvPr>
            <p:ph idx="1"/>
          </p:nvPr>
        </p:nvSpPr>
        <p:spPr/>
        <p:txBody>
          <a:bodyPr/>
          <a:lstStyle/>
          <a:p>
            <a:pPr marL="0" indent="0">
              <a:buNone/>
            </a:pPr>
            <a:r>
              <a:rPr lang="es-ES" dirty="0"/>
              <a:t>El latín es, pues, una lengua indoeuropea. La lengua indoeuropea no dejó textos escritos. Se ha reconstruido comparando los rasgos comunes  de las lenguas que de ella derivan. El indoeuropeo es, por tanto, la lengua madre de </a:t>
            </a:r>
            <a:r>
              <a:rPr lang="es-ES" dirty="0">
                <a:solidFill>
                  <a:srgbClr val="FF0000"/>
                </a:solidFill>
              </a:rPr>
              <a:t>una familia lingüística llamada </a:t>
            </a:r>
            <a:r>
              <a:rPr lang="es-ES" i="1" dirty="0">
                <a:solidFill>
                  <a:srgbClr val="FF0000"/>
                </a:solidFill>
              </a:rPr>
              <a:t>indoeuropea</a:t>
            </a:r>
            <a:r>
              <a:rPr lang="es-ES" dirty="0">
                <a:solidFill>
                  <a:srgbClr val="FF0000"/>
                </a:solidFill>
              </a:rPr>
              <a:t>  </a:t>
            </a:r>
            <a:r>
              <a:rPr lang="es-ES" dirty="0"/>
              <a:t>y que está formada por las siguientes lenguas: </a:t>
            </a:r>
          </a:p>
          <a:p>
            <a:endParaRPr lang="es-ES" dirty="0"/>
          </a:p>
        </p:txBody>
      </p:sp>
    </p:spTree>
    <p:extLst>
      <p:ext uri="{BB962C8B-B14F-4D97-AF65-F5344CB8AC3E}">
        <p14:creationId xmlns:p14="http://schemas.microsoft.com/office/powerpoint/2010/main" val="807215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smtClean="0"/>
              <a:t>La familia lingüística indoeuropea</a:t>
            </a:r>
            <a:endParaRPr lang="es-E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11560" y="1362586"/>
            <a:ext cx="7606540" cy="48027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8353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smtClean="0"/>
              <a:t>Del latín a las lenguas romances</a:t>
            </a:r>
            <a:endParaRPr lang="es-E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6679940" cy="3700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9841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smtClean="0"/>
              <a:t>Fábula de la paloma y hormiga</a:t>
            </a:r>
            <a:endParaRPr lang="es-E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650748"/>
            <a:ext cx="8229600" cy="2424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6886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260648"/>
            <a:ext cx="7931224" cy="864096"/>
          </a:xfrm>
        </p:spPr>
        <p:txBody>
          <a:bodyPr>
            <a:normAutofit/>
          </a:bodyPr>
          <a:lstStyle/>
          <a:p>
            <a:r>
              <a:rPr lang="es-ES_tradnl" dirty="0" smtClean="0"/>
              <a:t>Del latín a las lenguas romances</a:t>
            </a:r>
            <a:endParaRPr lang="es-ES" dirty="0"/>
          </a:p>
        </p:txBody>
      </p:sp>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254" t="-27833" r="254" b="27833"/>
          <a:stretch/>
        </p:blipFill>
        <p:spPr bwMode="auto">
          <a:xfrm>
            <a:off x="395536" y="-315416"/>
            <a:ext cx="3947537" cy="6292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t="72655"/>
          <a:stretch/>
        </p:blipFill>
        <p:spPr bwMode="auto">
          <a:xfrm>
            <a:off x="4427984" y="2348879"/>
            <a:ext cx="4254701" cy="18536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56241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1" r="-3456" b="35980"/>
          <a:stretch/>
        </p:blipFill>
        <p:spPr bwMode="auto">
          <a:xfrm>
            <a:off x="108817" y="1182316"/>
            <a:ext cx="4750297" cy="432048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t="64646"/>
          <a:stretch/>
        </p:blipFill>
        <p:spPr bwMode="auto">
          <a:xfrm>
            <a:off x="4859114" y="1052736"/>
            <a:ext cx="3801793" cy="1975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5911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TotalTime>
  <Words>86</Words>
  <Application>Microsoft Office PowerPoint</Application>
  <PresentationFormat>Presentación en pantalla (4:3)</PresentationFormat>
  <Paragraphs>7</Paragraphs>
  <Slides>7</Slides>
  <Notes>0</Notes>
  <HiddenSlides>0</HiddenSlides>
  <MMClips>0</MMClips>
  <ScaleCrop>false</ScaleCrop>
  <HeadingPairs>
    <vt:vector size="4" baseType="variant">
      <vt:variant>
        <vt:lpstr>Tema</vt:lpstr>
      </vt:variant>
      <vt:variant>
        <vt:i4>1</vt:i4>
      </vt:variant>
      <vt:variant>
        <vt:lpstr>Títulos de diapositiva</vt:lpstr>
      </vt:variant>
      <vt:variant>
        <vt:i4>7</vt:i4>
      </vt:variant>
    </vt:vector>
  </HeadingPairs>
  <TitlesOfParts>
    <vt:vector size="8" baseType="lpstr">
      <vt:lpstr>Tema de Office</vt:lpstr>
      <vt:lpstr>El indoeuropeo</vt:lpstr>
      <vt:lpstr>Del indoeuropeo al latín</vt:lpstr>
      <vt:lpstr>La familia lingüística indoeuropea</vt:lpstr>
      <vt:lpstr>Del latín a las lenguas romances</vt:lpstr>
      <vt:lpstr>Fábula de la paloma y hormiga</vt:lpstr>
      <vt:lpstr>Del latín a las lenguas romances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indoeuropeo</dc:title>
  <dc:creator>Hermanas Rodríguez</dc:creator>
  <cp:lastModifiedBy>Hermanas Rodríguez</cp:lastModifiedBy>
  <cp:revision>4</cp:revision>
  <dcterms:created xsi:type="dcterms:W3CDTF">2026-09-23T16:17:24Z</dcterms:created>
  <dcterms:modified xsi:type="dcterms:W3CDTF">2026-09-24T17:28:05Z</dcterms:modified>
</cp:coreProperties>
</file>